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bb2dash extraction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slides, no course material.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table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One slide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four follows a blank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